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Northwind Software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Orientation deck used by the buddy on day one.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Your First 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Laptop handover at 09:30</a:t>
            </a:r>
          </a:p>
          <a:p>
            <a:pPr>
              <a:defRPr sz="1800"/>
            </a:pPr>
            <a:r>
              <a:t>Activate Okta SSO + MFA</a:t>
            </a:r>
          </a:p>
          <a:p>
            <a:pPr>
              <a:defRPr sz="1800"/>
            </a:pPr>
            <a:r>
              <a:t>Meet your onboarding buddy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Who To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People team: people@northwind.local</a:t>
            </a:r>
          </a:p>
          <a:p>
            <a:pPr>
              <a:defRPr sz="1800"/>
            </a:pPr>
            <a:r>
              <a:t>Service Desk: ext. 4500</a:t>
            </a:r>
          </a:p>
          <a:p>
            <a:pPr>
              <a:defRPr sz="1800"/>
            </a:pPr>
            <a:r>
              <a:t>Security: security@northwind.local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First Week Goal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Ship one change to the sandbox repo</a:t>
            </a:r>
          </a:p>
          <a:p>
            <a:pPr>
              <a:defRPr sz="1800"/>
            </a:pPr>
            <a:r>
              <a:t>Finish security awareness training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
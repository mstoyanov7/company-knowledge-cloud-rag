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Testing Strategy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Attached to the "Testing Strategy" engineering standard in the Engineering Handbook section, owned by Quality Engineering.</a:t>
            </a:r>
          </a:p>
          <a:p>
            <a:r>
              <a:t>Deck used in the engineering guild talk on testing.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Many fast unit tests</a:t>
            </a:r>
          </a:p>
          <a:p>
            <a:pPr>
              <a:defRPr sz="1800"/>
            </a:pPr>
            <a:r>
              <a:t>Fewer integration tests</a:t>
            </a:r>
          </a:p>
          <a:p>
            <a:pPr>
              <a:defRPr sz="1800"/>
            </a:pPr>
            <a:r>
              <a:t>A thin layer of end-to-end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80% on changed lines, enforced on the diff</a:t>
            </a:r>
          </a:p>
          <a:p>
            <a:pPr>
              <a:defRPr sz="1800"/>
            </a:pPr>
            <a:r>
              <a:t>Whole-repo coverage is not gated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Flaky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Quarantine within 24 hours</a:t>
            </a:r>
          </a:p>
          <a:p>
            <a:pPr>
              <a:defRPr sz="1800"/>
            </a:pPr>
            <a:r>
              <a:t>Fix within a week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
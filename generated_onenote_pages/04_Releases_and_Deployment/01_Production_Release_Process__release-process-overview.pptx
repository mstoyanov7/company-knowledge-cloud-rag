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Production Release Process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deck for new release managers.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Rollout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Staging soak &gt;= 2h</a:t>
            </a:r>
          </a:p>
          <a:p>
            <a:pPr>
              <a:defRPr sz="1800"/>
            </a:pPr>
            <a:r>
              <a:t>Approvals recorded</a:t>
            </a:r>
          </a:p>
          <a:p>
            <a:pPr>
              <a:defRPr sz="1800"/>
            </a:pPr>
            <a:r>
              <a:t>Rollback owner named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Canary 5% for 15 minutes</a:t>
            </a:r>
          </a:p>
          <a:p>
            <a:pPr>
              <a:defRPr sz="1800"/>
            </a:pPr>
            <a:r>
              <a:t>Watch error rate and p95</a:t>
            </a:r>
          </a:p>
          <a:p>
            <a:pPr>
              <a:defRPr sz="1800"/>
            </a:pPr>
            <a:r>
              <a:t>Promote to 100% if clean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Freeze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No deploys Fri 16:00 - Mon 09:00</a:t>
            </a:r>
          </a:p>
          <a:p>
            <a:pPr>
              <a:defRPr sz="1800"/>
            </a:pPr>
            <a:r>
              <a:t>Hotfixes are the only exception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